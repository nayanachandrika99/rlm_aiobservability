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>
                <a:latin typeface="Calibri"/>
              </a:rPr>
              <a:t>PpeVigil: Recursive AI Observability for PepsiCo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From long-context bottlenecks to low-cost automated RCA and policy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Calibri"/>
              </a:rPr>
              <a:t>1) AI Observability and the Long-Context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Calibri"/>
              </a:rPr>
              <a:t>Enterprise AI incidents spread evidence across traces, tool outputs, retrieval chunks, configs, and controls.</a:t>
            </a:r>
          </a:p>
          <a:p>
            <a:pPr/>
            <a:r>
              <a:rPr sz="2000">
                <a:latin typeface="Calibri"/>
              </a:rPr>
              <a:t>Single-shot long prompts often miss key clues in the middle and produce inconsistent diagnoses.</a:t>
            </a:r>
          </a:p>
          <a:p>
            <a:pPr/>
            <a:r>
              <a:rPr sz="2000">
                <a:latin typeface="Calibri"/>
              </a:rPr>
              <a:t>As context size grows, cost and latency rise faster than investigation quality.</a:t>
            </a:r>
          </a:p>
          <a:p>
            <a:pPr/>
            <a:r>
              <a:rPr sz="2000">
                <a:latin typeface="Calibri"/>
              </a:rPr>
              <a:t>For PepsiCo-scale AI operations, this creates triage delays and repetitive analyst toil.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Calibri"/>
              </a:rPr>
              <a:t>2) How RLMs Work (Practical Runtime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Calibri"/>
              </a:rPr>
              <a:t>RLM is not one prompt: it is a bounded loop of planning, tool inspection, synthesis, and finalize.</a:t>
            </a:r>
          </a:p>
          <a:p>
            <a:pPr/>
            <a:r>
              <a:rPr sz="2000">
                <a:latin typeface="Calibri"/>
              </a:rPr>
              <a:t>Each step can call read-only tools (evidence fetch) and optional sub-LLM calls (focused reasoning).</a:t>
            </a:r>
          </a:p>
          <a:p>
            <a:pPr/>
            <a:r>
              <a:rPr sz="2000">
                <a:latin typeface="Calibri"/>
              </a:rPr>
              <a:t>Recursive subcalls decompose hard subproblems and return structured evidence to parent context.</a:t>
            </a:r>
          </a:p>
          <a:p>
            <a:pPr/>
            <a:r>
              <a:rPr sz="2000">
                <a:latin typeface="Calibri"/>
              </a:rPr>
              <a:t>Budgets and sandbox controls enforce depth, iterations, tokens, cost, tool allowlists, and wall-time.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Calibri"/>
              </a:rPr>
              <a:t>3) Why RCA and Policy Compliance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Calibri"/>
              </a:rPr>
              <a:t>RCA: identify the most likely failure mode with evidence pointers and remediation guidance.</a:t>
            </a:r>
          </a:p>
          <a:p>
            <a:pPr/>
            <a:r>
              <a:rPr sz="2000">
                <a:latin typeface="Calibri"/>
              </a:rPr>
              <a:t>Policy compliance: evaluate trace behavior against controls with pass/fail/needs_review decisions.</a:t>
            </a:r>
          </a:p>
          <a:p>
            <a:pPr/>
            <a:r>
              <a:rPr sz="2000">
                <a:latin typeface="Calibri"/>
              </a:rPr>
              <a:t>Together they reduce MTTR and improve governance readiness for internal and external audits.</a:t>
            </a:r>
          </a:p>
          <a:p>
            <a:pPr/>
            <a:r>
              <a:rPr sz="2000">
                <a:latin typeface="Calibri"/>
              </a:rPr>
              <a:t>These are high-frequency, repetitive workflows that benefit most from bounded automation.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Calibri"/>
              </a:rPr>
              <a:t>4) Why Long-Context Work Should Be Automated with RLM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Calibri"/>
              </a:rPr>
              <a:t>Observability investigations are multi-step search tasks, not one-shot Q&amp;A.</a:t>
            </a:r>
          </a:p>
          <a:p>
            <a:pPr/>
            <a:r>
              <a:rPr sz="2000">
                <a:latin typeface="Calibri"/>
              </a:rPr>
              <a:t>RLM narrows context first, then pulls only relevant evidence per decision point.</a:t>
            </a:r>
          </a:p>
          <a:p>
            <a:pPr/>
            <a:r>
              <a:rPr sz="2000">
                <a:latin typeface="Calibri"/>
              </a:rPr>
              <a:t>This avoids monolithic context stuffing and improves reproducibility of decisions.</a:t>
            </a:r>
          </a:p>
          <a:p>
            <a:pPr/>
            <a:r>
              <a:rPr sz="2000">
                <a:latin typeface="Calibri"/>
              </a:rPr>
              <a:t>Automation target: repetitive evidence-heavy cases; escalate novel/high-risk cases to humans.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Calibri"/>
              </a:rPr>
              <a:t>5) What I Implemented in PpeVigil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Calibri"/>
              </a:rPr>
              <a:t>Built REPL-driven recursive runtime with call_tool, llm_query, and SUBMIT primitives.</a:t>
            </a:r>
          </a:p>
          <a:p>
            <a:pPr/>
            <a:r>
              <a:rPr sz="2000">
                <a:latin typeface="Calibri"/>
              </a:rPr>
              <a:t>Integrated two engines: Trace RCA and Policy Compliance, each emitting structured JSON outputs.</a:t>
            </a:r>
          </a:p>
          <a:p>
            <a:pPr/>
            <a:r>
              <a:rPr sz="2000">
                <a:latin typeface="Calibri"/>
              </a:rPr>
              <a:t>Added runtime controls: budget pool, deadline-aware recovery submit, sandboxed tool allowlists.</a:t>
            </a:r>
          </a:p>
          <a:p>
            <a:pPr/>
            <a:r>
              <a:rPr sz="2000">
                <a:latin typeface="Calibri"/>
              </a:rPr>
              <a:t>Every run emits run_record artifacts with usage, trajectory, status, and evidence-linked outputs.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Calibri"/>
              </a:rPr>
              <a:t>6) Current Proof Metrics and Cost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Calibri"/>
              </a:rPr>
              <a:t>RCA (5-trace canary): baseline 0.0 -&gt; RLM 0.8 (delta +0.8), succeeded 5/5, wall-time partials 0.</a:t>
            </a:r>
          </a:p>
          <a:p>
            <a:pPr/>
            <a:r>
              <a:rPr sz="2000">
                <a:latin typeface="Calibri"/>
              </a:rPr>
              <a:t>Compliance (5-trace canary): baseline 0.8 -&gt; RLM 1.0 (delta +0.2), succeeded 5/5, partial_rate 0.0.</a:t>
            </a:r>
          </a:p>
          <a:p>
            <a:pPr/>
            <a:r>
              <a:rPr sz="2000">
                <a:latin typeface="Calibri"/>
              </a:rPr>
              <a:t>Approx pilot model cost: RCA ~ $0.0043/trace, Compliance ~ $0.0094/trace, combined ~ $0.0137/trace.</a:t>
            </a:r>
          </a:p>
          <a:p>
            <a:pPr/>
            <a:r>
              <a:rPr sz="2000">
                <a:latin typeface="Calibri"/>
              </a:rPr>
              <a:t>Interpretation: working beta with measurable lift and stable run-health in current canaries.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Calibri"/>
              </a:rPr>
              <a:t>7) Company-Wide Scale Path for PepsiCo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Calibri"/>
              </a:rPr>
              <a:t>Deploy as asynchronous observability investigation layer behind PpeVigil ingestion and queues.</a:t>
            </a:r>
          </a:p>
          <a:p>
            <a:pPr/>
            <a:r>
              <a:rPr sz="2000">
                <a:latin typeface="Calibri"/>
              </a:rPr>
              <a:t>Start with high-volume repetitive cases: schema mismatch, tool timeout, retrieval miss, control evidence gaps.</a:t>
            </a:r>
          </a:p>
          <a:p>
            <a:pPr/>
            <a:r>
              <a:rPr sz="2000">
                <a:latin typeface="Calibri"/>
              </a:rPr>
              <a:t>Use policy packs, per-team budget envelopes, and confidence-based human review routing.</a:t>
            </a:r>
          </a:p>
          <a:p>
            <a:pPr/>
            <a:r>
              <a:rPr sz="2000">
                <a:latin typeface="Calibri"/>
              </a:rPr>
              <a:t>At current pilot rates, large-volume investigations can be automated at low marginal model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latin typeface="Calibri"/>
              </a:rPr>
              <a:t>References (External + Internal Evidence)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Calibri"/>
              </a:rPr>
              <a:t>External: RLM paper (arXiv:2512.24601), Lost-in-the-Middle, OpenTelemetry signals, NIST AI RMF, Phoenix docs.</a:t>
            </a:r>
          </a:p>
          <a:p>
            <a:pPr/>
            <a:r>
              <a:rPr sz="2000">
                <a:latin typeface="Calibri"/>
              </a:rPr>
              <a:t>Pepsi context: PepsiCo + AWS AI/cloud collaboration public announcement.</a:t>
            </a:r>
          </a:p>
          <a:p>
            <a:pPr/>
            <a:r>
              <a:rPr sz="2000">
                <a:latin typeface="Calibri"/>
              </a:rPr>
              <a:t>Internal RCA artifact: artifacts/proof_runs/phase10-rca-only-canary-5-retrieverfix-20260211T021018Z/rca_only_report.json</a:t>
            </a:r>
          </a:p>
          <a:p>
            <a:pPr/>
            <a:r>
              <a:rPr sz="2000">
                <a:latin typeface="Calibri"/>
              </a:rPr>
              <a:t>Internal compliance artifact: artifacts/proof_runs/phase10-compliance-only-canary-5-20260211T023031Z/compliance_only_report.json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